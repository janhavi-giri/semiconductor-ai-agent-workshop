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14400"/>
            <a:ext cx="3931920" cy="3931920"/>
          </a:xfrm>
          <a:prstGeom prst="ellipse">
            <a:avLst/>
          </a:prstGeom>
          <a:solidFill>
            <a:srgbClr val="6757E8">
              <a:alpha val="90000"/>
            </a:srgbClr>
          </a:solidFill>
          <a:ln w="50800">
            <a:solidFill>
              <a:srgbClr val="20B8C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150876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508760"/>
            <a:ext cx="530352" cy="530352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50876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2926080"/>
            <a:ext cx="530352" cy="530352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292608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64040" y="2926080"/>
            <a:ext cx="530352" cy="530352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430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Semiconductor AI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Agent Workshop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4FF"/>
                </a:solidFill>
              </a:rPr>
              <a:t>Synthetic wafer data • clustering • tool calling • ReAct • Gradio • Docker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57E8"/>
          </a:solidFill>
          <a:ln w="12700">
            <a:solidFill>
              <a:srgbClr val="67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23B"/>
                </a:solidFill>
              </a:rPr>
              <a:t>Workshop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086"/>
                </a:solidFill>
              </a:rPr>
              <a:t>From deterministic analytics to an orchestrated AI 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783080" cy="2103120"/>
          </a:xfrm>
          <a:prstGeom prst="roundRect">
            <a:avLst/>
          </a:prstGeom>
          <a:solidFill>
            <a:srgbClr val="F0EDFF"/>
          </a:solidFill>
          <a:ln w="19050">
            <a:solidFill>
              <a:srgbClr val="675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176272"/>
            <a:ext cx="502920" cy="411480"/>
          </a:xfrm>
          <a:prstGeom prst="rect">
            <a:avLst/>
          </a:prstGeom>
          <a:solidFill>
            <a:srgbClr val="6757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Synthetic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71800" y="1920240"/>
            <a:ext cx="1783080" cy="2103120"/>
          </a:xfrm>
          <a:prstGeom prst="roundRect">
            <a:avLst/>
          </a:prstGeom>
          <a:solidFill>
            <a:srgbClr val="EAF9FB"/>
          </a:solidFill>
          <a:ln w="19050">
            <a:solidFill>
              <a:srgbClr val="20B8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76272"/>
            <a:ext cx="502920" cy="411480"/>
          </a:xfrm>
          <a:prstGeom prst="rect">
            <a:avLst/>
          </a:prstGeom>
          <a:solidFill>
            <a:srgbClr val="20B8C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08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Clustering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57800" y="1920240"/>
            <a:ext cx="1783080" cy="2103120"/>
          </a:xfrm>
          <a:prstGeom prst="roundRect">
            <a:avLst/>
          </a:prstGeom>
          <a:solidFill>
            <a:srgbClr val="F0EDFF"/>
          </a:solidFill>
          <a:ln w="19050">
            <a:solidFill>
              <a:srgbClr val="675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176272"/>
            <a:ext cx="502920" cy="411480"/>
          </a:xfrm>
          <a:prstGeom prst="rect">
            <a:avLst/>
          </a:prstGeom>
          <a:solidFill>
            <a:srgbClr val="6757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Tools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43800" y="1920240"/>
            <a:ext cx="1783080" cy="2103120"/>
          </a:xfrm>
          <a:prstGeom prst="roundRect">
            <a:avLst/>
          </a:prstGeom>
          <a:solidFill>
            <a:srgbClr val="EAF9FB"/>
          </a:solidFill>
          <a:ln w="19050">
            <a:solidFill>
              <a:srgbClr val="20B8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176272"/>
            <a:ext cx="502920" cy="411480"/>
          </a:xfrm>
          <a:prstGeom prst="rect">
            <a:avLst/>
          </a:prstGeom>
          <a:solidFill>
            <a:srgbClr val="20B8C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Agent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29800" y="1920240"/>
            <a:ext cx="1783080" cy="2103120"/>
          </a:xfrm>
          <a:prstGeom prst="roundRect">
            <a:avLst/>
          </a:prstGeom>
          <a:solidFill>
            <a:srgbClr val="F0EDFF"/>
          </a:solidFill>
          <a:ln w="19050">
            <a:solidFill>
              <a:srgbClr val="6757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69880" y="2176272"/>
            <a:ext cx="502920" cy="411480"/>
          </a:xfrm>
          <a:prstGeom prst="rect">
            <a:avLst/>
          </a:prstGeom>
          <a:solidFill>
            <a:srgbClr val="6757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966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3B"/>
                </a:solidFill>
              </a:rPr>
              <a:t>UI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57E8"/>
          </a:solidFill>
          <a:ln w="12700">
            <a:solidFill>
              <a:srgbClr val="67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23B"/>
                </a:solidFill>
              </a:rPr>
              <a:t>The agent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086"/>
                </a:solidFill>
              </a:rPr>
              <a:t>The language model selects inspectable tools and synthesizes evidence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61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Ask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7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44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Reason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33288" y="1691640"/>
            <a:ext cx="777240" cy="777240"/>
          </a:xfrm>
          <a:prstGeom prst="ellipse">
            <a:avLst/>
          </a:prstGeom>
          <a:solidFill>
            <a:srgbClr val="20B8C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33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0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Act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0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9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9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16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Observe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26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05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05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02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</a:rPr>
              <a:t>Answer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4617720"/>
            <a:ext cx="9875520" cy="640080"/>
          </a:xfrm>
          <a:prstGeom prst="rect">
            <a:avLst/>
          </a:prstGeom>
          <a:solidFill>
            <a:srgbClr val="1722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Guardrail: computation comes from deterministic tools; the model explains results and limitations.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57E8"/>
          </a:solidFill>
          <a:ln w="12700">
            <a:solidFill>
              <a:srgbClr val="67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23B"/>
                </a:solidFill>
              </a:rPr>
              <a:t>Hands-on exercises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086"/>
                </a:solidFill>
              </a:rPr>
              <a:t>Five progressive activities for a classroom or workshop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10241280" cy="585216"/>
          </a:xfrm>
          <a:prstGeom prst="roundRect">
            <a:avLst/>
          </a:prstGeom>
          <a:solidFill>
            <a:srgbClr val="F2F0FE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642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64592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Explore synthetic wafer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368296"/>
            <a:ext cx="10241280" cy="585216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5237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505456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Compare clustering algorithms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227832"/>
            <a:ext cx="10241280" cy="585216"/>
          </a:xfrm>
          <a:prstGeom prst="roundRect">
            <a:avLst/>
          </a:prstGeom>
          <a:solidFill>
            <a:srgbClr val="F2F0FE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832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33649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Build a new analytical tool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087368"/>
            <a:ext cx="10241280" cy="585216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2428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224528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Extend the ReAct agent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946904"/>
            <a:ext cx="10241280" cy="585216"/>
          </a:xfrm>
          <a:prstGeom prst="roundRect">
            <a:avLst/>
          </a:prstGeom>
          <a:solidFill>
            <a:srgbClr val="F2F0FE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1023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508406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</a:rPr>
              <a:t>Containerize and demonstrate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Semiconductor AI Agent Workshop</dc:title>
  <dc:subject>PptxGenJS Presentation</dc:subject>
  <dc:creator>Janhavi Giri</dc:creator>
  <cp:lastModifiedBy>Janhavi Giri</cp:lastModifiedBy>
  <cp:revision>1</cp:revision>
  <dcterms:created xsi:type="dcterms:W3CDTF">2026-09-15T22:04:57Z</dcterms:created>
  <dcterms:modified xsi:type="dcterms:W3CDTF">2026-09-15T22:04:57Z</dcterms:modified>
</cp:coreProperties>
</file>